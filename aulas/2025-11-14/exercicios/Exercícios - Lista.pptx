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68"/>
  </p:normalViewPr>
  <p:slideViewPr>
    <p:cSldViewPr snapToGrid="0">
      <p:cViewPr varScale="1">
        <p:scale>
          <a:sx n="119" d="100"/>
          <a:sy n="119" d="100"/>
        </p:scale>
        <p:origin x="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212EE-39A0-63B9-BCE0-44F797C9B9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F5DBB-6A91-8BAF-E967-8F85B83C2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C645A-13ED-A532-AB7B-E3E83EBB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31698-5E68-5447-83B9-869683E14527}" type="datetimeFigureOut">
              <a:rPr lang="en-BR" smtClean="0"/>
              <a:t>14/11/25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AD9E5-14A1-12F8-AE1F-9F7DB20CC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BE420-C963-FA6B-9300-D7B144847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CC0AB-08AD-1641-866C-DF05D21C71F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374454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D1CEB-279B-F1B1-EDC0-51EBFD0DF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821" y="136526"/>
            <a:ext cx="11847007" cy="86831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099FF-CDDF-5CD6-651C-0D478171C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21" y="1245996"/>
            <a:ext cx="11847007" cy="54754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09673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F6BEC-C996-BC2A-9AC0-17A1CB9C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C6BAD-F628-94FE-0A6B-60D0B3D1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0C454-20A3-BDE3-1299-685BC56E5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31698-5E68-5447-83B9-869683E14527}" type="datetimeFigureOut">
              <a:rPr lang="en-BR" smtClean="0"/>
              <a:t>14/11/25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7F578-453B-DD69-E692-7B33025C3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46208-A3F5-45DF-B7F8-745591BF1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CC0AB-08AD-1641-866C-DF05D21C71F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706515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8CEF1-07B0-BEDF-371F-5E398055A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88A47-CA8F-AE8C-BE96-0E61CC4FA5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1F90BB-31A4-C328-87EC-745A5F62F0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8ED61-8BF8-0B5E-56B8-25DA118DB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31698-5E68-5447-83B9-869683E14527}" type="datetimeFigureOut">
              <a:rPr lang="en-BR" smtClean="0"/>
              <a:t>14/11/25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DC5875-337D-3109-8885-88EF77737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4B05D-0A24-EEBF-A469-3B48F1A23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CC0AB-08AD-1641-866C-DF05D21C71F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502917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234C8-6388-4D0D-7D83-BCE4066B7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A3281-27FC-099F-85C6-95E97509D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E6667-7B1B-B3B3-4282-5CB37F823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49988D-B2AC-68EE-335F-D29011470B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56DABB-55E3-0293-6BBE-A59683E7A2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FADAA0-72DF-D944-3F74-4A57FA2A0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31698-5E68-5447-83B9-869683E14527}" type="datetimeFigureOut">
              <a:rPr lang="en-BR" smtClean="0"/>
              <a:t>14/11/25</a:t>
            </a:fld>
            <a:endParaRPr lang="en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5E8FC8-F160-2C29-C933-5CCAF5396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730DCC-D326-BC48-1EE7-3F94AF110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CC0AB-08AD-1641-866C-DF05D21C71F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29083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D5882-9D74-577F-AD98-AC2C1A535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FF50FD-4A4F-858A-2B6D-BCD90812A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31698-5E68-5447-83B9-869683E14527}" type="datetimeFigureOut">
              <a:rPr lang="en-BR" smtClean="0"/>
              <a:t>14/11/25</a:t>
            </a:fld>
            <a:endParaRPr lang="en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75638E-DAF9-5DDF-1BA4-A9C416CA0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D5162-5AE7-380A-09FB-F3A97E52B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CC0AB-08AD-1641-866C-DF05D21C71F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087560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DD818E-DA56-6997-D6D9-4CA10786D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31698-5E68-5447-83B9-869683E14527}" type="datetimeFigureOut">
              <a:rPr lang="en-BR" smtClean="0"/>
              <a:t>14/11/25</a:t>
            </a:fld>
            <a:endParaRPr lang="en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B1B74C-8A66-1DAC-0D3F-8D9ADF527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B7174-E4F6-7046-854D-31AF8F62C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CC0AB-08AD-1641-866C-DF05D21C71F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979516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0C69D-4DBF-72E4-CE20-11EC93ABC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F8665-5520-2DFF-E821-02F9BBEE7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B90469-5FD6-73BD-24FD-D3A6005F90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836AB4-783B-68E6-2CC7-D3D5737DB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31698-5E68-5447-83B9-869683E14527}" type="datetimeFigureOut">
              <a:rPr lang="en-BR" smtClean="0"/>
              <a:t>14/11/25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E09013-0CD6-A70D-7696-321EF52F6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D5276-CEF1-9034-0E5C-1F2755350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CC0AB-08AD-1641-866C-DF05D21C71F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027813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34B3D-F9FC-4276-4348-D80F9DACB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62D8C-3576-B402-4434-3D09B8DEB7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A1A080-2930-E2F7-1B1B-F4AF609CE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23B42-3082-B0A5-DDF4-E24C9A2C4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31698-5E68-5447-83B9-869683E14527}" type="datetimeFigureOut">
              <a:rPr lang="en-BR" smtClean="0"/>
              <a:t>14/11/25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80A6C-8944-F641-B58D-3F10A55AD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31410D-5DA5-6184-0AE1-3C17B7381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CC0AB-08AD-1641-866C-DF05D21C71F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144641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BD4C4-933A-3ED3-A5BD-66EF3CDBE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033F70-2359-7BAD-90F0-ABADB2B0D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DCF25-90EF-2D0F-B39C-DA3D2E72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31698-5E68-5447-83B9-869683E14527}" type="datetimeFigureOut">
              <a:rPr lang="en-BR" smtClean="0"/>
              <a:t>14/11/25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450DF-0E75-77CF-2841-98B800C90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6C3EE-301F-FAAE-C1C4-A002E18BF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CC0AB-08AD-1641-866C-DF05D21C71F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76436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F91DDD-111A-91CE-240F-46FB3CD086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2BBCA3-8A7D-F109-AE66-575AE3E79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6CF3F-843C-1BFD-3F24-CA4D74C97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31698-5E68-5447-83B9-869683E14527}" type="datetimeFigureOut">
              <a:rPr lang="en-BR" smtClean="0"/>
              <a:t>14/11/25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79E47-0A79-0301-11E4-53B738DF6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207C5-78C2-C4EA-D26E-213D16304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CC0AB-08AD-1641-866C-DF05D21C71F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700102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1167A2-24F4-BD3A-9920-DAFF51E37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AD6A4-DB5F-894F-3B02-440155397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A0C0F-9EC0-A5FF-ED27-731C8B461D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731698-5E68-5447-83B9-869683E14527}" type="datetimeFigureOut">
              <a:rPr lang="en-BR" smtClean="0"/>
              <a:t>14/11/25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26943-48B7-EDE7-26D9-AF8B5BCA78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8AAE5-E355-2752-BCE7-A67F7073ED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BCC0AB-08AD-1641-866C-DF05D21C71F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516707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9B55A-F0F6-ED6B-54BD-EAFF544AFB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BR" b="1" dirty="0"/>
              <a:t>Exercícios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58204B-F717-C5B9-64BF-C72E430AF4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486529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594D-802B-4E31-BDD2-9B8F74E34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b="1" dirty="0"/>
              <a:t># Exercício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3DD5E-BC4D-9BEF-9D67-95AED5FCD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BR" sz="4000" dirty="0"/>
              <a:t>Programa para ler 10 números. </a:t>
            </a:r>
          </a:p>
          <a:p>
            <a:pPr marL="0" indent="0">
              <a:buNone/>
            </a:pPr>
            <a:endParaRPr lang="en-BR" sz="4000" dirty="0"/>
          </a:p>
          <a:p>
            <a:pPr marL="0" indent="0">
              <a:buNone/>
            </a:pPr>
            <a:r>
              <a:rPr lang="en-BR" sz="4000" dirty="0"/>
              <a:t>Após a leitura dos 10 números gerar um valor aleatório e informar </a:t>
            </a:r>
            <a:r>
              <a:rPr lang="en-BR" sz="4000" b="1" dirty="0">
                <a:solidFill>
                  <a:srgbClr val="FF0000"/>
                </a:solidFill>
              </a:rPr>
              <a:t>se esse valor </a:t>
            </a:r>
            <a:r>
              <a:rPr lang="en-BR" sz="4000" dirty="0"/>
              <a:t>está contido nos números lidos.</a:t>
            </a:r>
          </a:p>
        </p:txBody>
      </p:sp>
    </p:spTree>
    <p:extLst>
      <p:ext uri="{BB962C8B-B14F-4D97-AF65-F5344CB8AC3E}">
        <p14:creationId xmlns:p14="http://schemas.microsoft.com/office/powerpoint/2010/main" val="2631606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15500-EEA1-6DAA-8A11-D991E45D6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B3AC2-8849-94D3-65CE-4B44CE4D1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b="1" dirty="0"/>
              <a:t># Exercício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4FD3A-1CD9-3549-BA47-D3625DDD1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BR" sz="4000" dirty="0"/>
              <a:t>Programa para ler 10 números. </a:t>
            </a:r>
          </a:p>
          <a:p>
            <a:pPr marL="0" indent="0">
              <a:buNone/>
            </a:pPr>
            <a:endParaRPr lang="en-BR" sz="4000" dirty="0"/>
          </a:p>
          <a:p>
            <a:pPr marL="0" indent="0">
              <a:buNone/>
            </a:pPr>
            <a:r>
              <a:rPr lang="en-BR" sz="4000" dirty="0"/>
              <a:t>Após a leitura dos 10 números gerar um valor aleatório e informar </a:t>
            </a:r>
            <a:r>
              <a:rPr lang="en-BR" sz="4000" b="1" dirty="0">
                <a:solidFill>
                  <a:srgbClr val="FF0000"/>
                </a:solidFill>
              </a:rPr>
              <a:t>quantas vezes</a:t>
            </a:r>
            <a:r>
              <a:rPr lang="en-BR" sz="4000" dirty="0"/>
              <a:t> esse valor está contido nos números lidos.</a:t>
            </a:r>
          </a:p>
        </p:txBody>
      </p:sp>
    </p:spTree>
    <p:extLst>
      <p:ext uri="{BB962C8B-B14F-4D97-AF65-F5344CB8AC3E}">
        <p14:creationId xmlns:p14="http://schemas.microsoft.com/office/powerpoint/2010/main" val="3680112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15B27-6FE0-428A-AB8F-147CAEF54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7DACD-9AC4-EE14-47DA-0A1CD40CD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b="1" dirty="0"/>
              <a:t># Exercício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04A6F-E644-59E9-F535-D2F87BFD9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BR" sz="4000" dirty="0"/>
              <a:t>Programa para ler 10 números. </a:t>
            </a:r>
          </a:p>
          <a:p>
            <a:pPr marL="0" indent="0">
              <a:buNone/>
            </a:pPr>
            <a:endParaRPr lang="en-BR" sz="4000" dirty="0"/>
          </a:p>
          <a:p>
            <a:pPr marL="0" indent="0">
              <a:buNone/>
            </a:pPr>
            <a:r>
              <a:rPr lang="en-BR" sz="4000" dirty="0"/>
              <a:t>Gere uma lista contendo apenas os números pares lidos.</a:t>
            </a:r>
          </a:p>
        </p:txBody>
      </p:sp>
    </p:spTree>
    <p:extLst>
      <p:ext uri="{BB962C8B-B14F-4D97-AF65-F5344CB8AC3E}">
        <p14:creationId xmlns:p14="http://schemas.microsoft.com/office/powerpoint/2010/main" val="3059874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D8773-50F3-20F5-6926-65AD1B2D0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AE3E3-E33C-4227-0827-5808016DB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b="1" dirty="0"/>
              <a:t># Exercício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C0FB5-CD4F-AF71-DD84-5307FB088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BR" sz="4000" dirty="0"/>
              <a:t>Programa para ler 10 números. </a:t>
            </a:r>
          </a:p>
          <a:p>
            <a:pPr marL="0" indent="0">
              <a:buNone/>
            </a:pPr>
            <a:endParaRPr lang="en-BR" sz="4000" dirty="0"/>
          </a:p>
          <a:p>
            <a:pPr marL="0" indent="0">
              <a:buNone/>
            </a:pPr>
            <a:r>
              <a:rPr lang="en-BR" sz="4000" dirty="0"/>
              <a:t>Gere uma nova lista </a:t>
            </a:r>
            <a:r>
              <a:rPr lang="en-BR" sz="4000" b="1" dirty="0">
                <a:solidFill>
                  <a:srgbClr val="FF0000"/>
                </a:solidFill>
              </a:rPr>
              <a:t>contendo apenas </a:t>
            </a:r>
            <a:r>
              <a:rPr lang="en-BR" sz="4000" dirty="0"/>
              <a:t>os números pares lidos.</a:t>
            </a:r>
          </a:p>
        </p:txBody>
      </p:sp>
    </p:spTree>
    <p:extLst>
      <p:ext uri="{BB962C8B-B14F-4D97-AF65-F5344CB8AC3E}">
        <p14:creationId xmlns:p14="http://schemas.microsoft.com/office/powerpoint/2010/main" val="2637955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A7B1D-AFE3-DD1A-62B5-2BA2FFAA2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4E145-7F20-C531-A53E-CC929D685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b="1" dirty="0"/>
              <a:t># Exercício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9C0B0-4AE7-139D-A1EA-E2557468D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BR" sz="4000" dirty="0"/>
              <a:t>Programa para ler 4 números e informar se tem repetição.</a:t>
            </a:r>
          </a:p>
        </p:txBody>
      </p:sp>
    </p:spTree>
    <p:extLst>
      <p:ext uri="{BB962C8B-B14F-4D97-AF65-F5344CB8AC3E}">
        <p14:creationId xmlns:p14="http://schemas.microsoft.com/office/powerpoint/2010/main" val="1681974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75250-734C-CF76-4006-3BA8D51C3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FE265-5773-EBF3-96FF-FFDC22F6B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b="1" dirty="0"/>
              <a:t># Exercício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D011F-FC66-FBB5-FB50-EFF3F39ED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BR" sz="4000" dirty="0"/>
              <a:t>Programa para ler 4 números distintos.</a:t>
            </a:r>
          </a:p>
        </p:txBody>
      </p:sp>
    </p:spTree>
    <p:extLst>
      <p:ext uri="{BB962C8B-B14F-4D97-AF65-F5344CB8AC3E}">
        <p14:creationId xmlns:p14="http://schemas.microsoft.com/office/powerpoint/2010/main" val="3814710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125</Words>
  <Application>Microsoft Macintosh PowerPoint</Application>
  <PresentationFormat>Widescreen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Exercícios</vt:lpstr>
      <vt:lpstr># Exercício 1</vt:lpstr>
      <vt:lpstr># Exercício 2</vt:lpstr>
      <vt:lpstr># Exercício 3</vt:lpstr>
      <vt:lpstr># Exercício 4</vt:lpstr>
      <vt:lpstr># Exercício 5</vt:lpstr>
      <vt:lpstr># Exercício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Valéria Cavalcanti</dc:creator>
  <cp:lastModifiedBy>Valéria Cavalcanti</cp:lastModifiedBy>
  <cp:revision>5</cp:revision>
  <dcterms:created xsi:type="dcterms:W3CDTF">2025-11-14T12:40:57Z</dcterms:created>
  <dcterms:modified xsi:type="dcterms:W3CDTF">2025-11-14T12:58:18Z</dcterms:modified>
</cp:coreProperties>
</file>